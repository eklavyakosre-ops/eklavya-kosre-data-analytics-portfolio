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5" autoAdjust="0"/>
    <p:restoredTop sz="94660"/>
  </p:normalViewPr>
  <p:slideViewPr>
    <p:cSldViewPr snapToGrid="0">
      <p:cViewPr varScale="1">
        <p:scale>
          <a:sx n="35" d="100"/>
          <a:sy n="35" d="100"/>
        </p:scale>
        <p:origin x="44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53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58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2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54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61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20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287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84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233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2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8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2F22A-9EBD-4365-835E-4132F0C5B12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F92F8-26FC-46F7-88E4-913177DDF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6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90843"/>
            <a:ext cx="9144000" cy="2387600"/>
          </a:xfrm>
        </p:spPr>
        <p:txBody>
          <a:bodyPr/>
          <a:lstStyle/>
          <a:p>
            <a:r>
              <a:rPr lang="en-US" b="1" dirty="0" smtClean="0"/>
              <a:t>Sales Performance Analysis &amp; Business Insights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20326"/>
            <a:ext cx="9144000" cy="16557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Sales Performance Analysis &amp; Business Insights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0720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Name: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sz="4800" b="1" dirty="0" err="1" smtClean="0"/>
              <a:t>Eklavya</a:t>
            </a:r>
            <a:r>
              <a:rPr lang="en-IN" sz="4800" b="1" dirty="0" smtClean="0"/>
              <a:t> </a:t>
            </a:r>
            <a:r>
              <a:rPr lang="en-IN" sz="4800" b="1" dirty="0" err="1" smtClean="0"/>
              <a:t>Kosre</a:t>
            </a:r>
            <a:endParaRPr lang="en-IN" sz="48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807208"/>
            <a:ext cx="3932237" cy="3811588"/>
          </a:xfrm>
        </p:spPr>
        <p:txBody>
          <a:bodyPr>
            <a:normAutofit/>
          </a:bodyPr>
          <a:lstStyle/>
          <a:p>
            <a:r>
              <a:rPr lang="en-US" sz="3600" b="1" dirty="0" err="1" smtClean="0"/>
              <a:t>B.Tech</a:t>
            </a:r>
            <a:r>
              <a:rPr lang="en-US" sz="3600" b="1" dirty="0" smtClean="0"/>
              <a:t> CSE </a:t>
            </a:r>
          </a:p>
          <a:p>
            <a:r>
              <a:rPr lang="en-US" sz="3600" b="1" dirty="0" err="1" smtClean="0"/>
              <a:t>Satpura</a:t>
            </a:r>
            <a:r>
              <a:rPr lang="en-US" sz="3600" b="1" dirty="0" smtClean="0"/>
              <a:t> College of Polytechnic and Engineering</a:t>
            </a:r>
          </a:p>
          <a:p>
            <a:endParaRPr lang="en-US" sz="3600" b="1" dirty="0"/>
          </a:p>
          <a:p>
            <a:endParaRPr lang="en-IN" sz="3600" b="1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209" r="272" b="29207"/>
          <a:stretch/>
        </p:blipFill>
        <p:spPr>
          <a:xfrm>
            <a:off x="7140004" y="457200"/>
            <a:ext cx="4565882" cy="5779008"/>
          </a:xfrm>
        </p:spPr>
      </p:pic>
    </p:spTree>
    <p:extLst>
      <p:ext uri="{BB962C8B-B14F-4D97-AF65-F5344CB8AC3E}">
        <p14:creationId xmlns:p14="http://schemas.microsoft.com/office/powerpoint/2010/main" val="2631159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b="1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2796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• Analyze sales data to understand revenue trends</a:t>
            </a:r>
            <a:br>
              <a:rPr lang="en-US" sz="3600" dirty="0"/>
            </a:br>
            <a:r>
              <a:rPr lang="en-US" sz="3600" dirty="0"/>
              <a:t>• Identify key customer segments</a:t>
            </a:r>
            <a:br>
              <a:rPr lang="en-US" sz="3600" dirty="0"/>
            </a:br>
            <a:r>
              <a:rPr lang="en-US" sz="3600" dirty="0"/>
              <a:t>• Evaluate city-wise performance</a:t>
            </a:r>
            <a:br>
              <a:rPr lang="en-US" sz="3600" dirty="0"/>
            </a:br>
            <a:r>
              <a:rPr lang="en-US" sz="3600" dirty="0"/>
              <a:t>• Support business decision making through data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113406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>
                <a:latin typeface="+mn-lt"/>
              </a:rPr>
              <a:t>Business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• Total Revenue: </a:t>
            </a:r>
            <a:r>
              <a:rPr lang="en-US" sz="4800" dirty="0" smtClean="0"/>
              <a:t>₹27500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• Total Orders: 5</a:t>
            </a:r>
            <a:br>
              <a:rPr lang="en-US" sz="4800" dirty="0"/>
            </a:br>
            <a:r>
              <a:rPr lang="en-US" sz="4800" dirty="0"/>
              <a:t>• Average Order Value: </a:t>
            </a:r>
            <a:r>
              <a:rPr lang="en-US" sz="4800" dirty="0" smtClean="0"/>
              <a:t>₹5500.0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89790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1755"/>
            <a:ext cx="10515600" cy="1325563"/>
          </a:xfrm>
        </p:spPr>
        <p:txBody>
          <a:bodyPr>
            <a:normAutofit/>
          </a:bodyPr>
          <a:lstStyle/>
          <a:p>
            <a:r>
              <a:rPr lang="en-IN" sz="6000" b="1" dirty="0"/>
              <a:t>City-wise Revenue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6595" y="1251014"/>
            <a:ext cx="10203244" cy="860869"/>
          </a:xfrm>
        </p:spPr>
        <p:txBody>
          <a:bodyPr>
            <a:normAutofit/>
          </a:bodyPr>
          <a:lstStyle/>
          <a:p>
            <a:r>
              <a:rPr lang="en-US" dirty="0"/>
              <a:t>The highest revenue generating city </a:t>
            </a:r>
            <a:r>
              <a:rPr lang="en-US" dirty="0" smtClean="0"/>
              <a:t>is :-  Bhopal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This indicates strong customer demand in that region.</a:t>
            </a: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723" y="2111883"/>
            <a:ext cx="5735638" cy="4761846"/>
          </a:xfrm>
        </p:spPr>
      </p:pic>
    </p:spTree>
    <p:extLst>
      <p:ext uri="{BB962C8B-B14F-4D97-AF65-F5344CB8AC3E}">
        <p14:creationId xmlns:p14="http://schemas.microsoft.com/office/powerpoint/2010/main" val="151805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87325"/>
            <a:ext cx="3932237" cy="1600200"/>
          </a:xfrm>
        </p:spPr>
        <p:txBody>
          <a:bodyPr>
            <a:normAutofit/>
          </a:bodyPr>
          <a:lstStyle/>
          <a:p>
            <a:r>
              <a:rPr lang="en-IN" sz="3600" b="1" dirty="0"/>
              <a:t>Gender-Based Revenue Analysis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462" y="1124517"/>
            <a:ext cx="6877845" cy="5733483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881210"/>
              </p:ext>
            </p:extLst>
          </p:nvPr>
        </p:nvGraphicFramePr>
        <p:xfrm>
          <a:off x="839787" y="2185416"/>
          <a:ext cx="3932237" cy="1179576"/>
        </p:xfrm>
        <a:graphic>
          <a:graphicData uri="http://schemas.openxmlformats.org/drawingml/2006/table">
            <a:tbl>
              <a:tblPr/>
              <a:tblGrid>
                <a:gridCol w="3932237"/>
              </a:tblGrid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 err="1" smtClean="0">
                          <a:effectLst/>
                        </a:rPr>
                        <a:t>Purchase_amount</a:t>
                      </a:r>
                      <a:r>
                        <a:rPr lang="en-IN" sz="2800" b="1" dirty="0" smtClean="0">
                          <a:effectLst/>
                        </a:rPr>
                        <a:t>     </a:t>
                      </a:r>
                      <a:endParaRPr lang="en-IN" sz="280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362786"/>
              </p:ext>
            </p:extLst>
          </p:nvPr>
        </p:nvGraphicFramePr>
        <p:xfrm>
          <a:off x="838198" y="3236975"/>
          <a:ext cx="3933826" cy="1810512"/>
        </p:xfrm>
        <a:graphic>
          <a:graphicData uri="http://schemas.openxmlformats.org/drawingml/2006/table">
            <a:tbl>
              <a:tblPr/>
              <a:tblGrid>
                <a:gridCol w="1966913"/>
                <a:gridCol w="1966913"/>
              </a:tblGrid>
              <a:tr h="603504">
                <a:tc>
                  <a:txBody>
                    <a:bodyPr/>
                    <a:lstStyle/>
                    <a:p>
                      <a:pPr algn="r"/>
                      <a:r>
                        <a:rPr lang="en-IN" sz="2400" b="1" dirty="0" smtClean="0">
                          <a:effectLst/>
                        </a:rPr>
                        <a:t>Gender</a:t>
                      </a:r>
                      <a:endParaRPr lang="en-IN" sz="240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IN" sz="240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fontAlgn="ctr"/>
                      <a:r>
                        <a:rPr lang="en-IN" b="1">
                          <a:effectLst/>
                        </a:rPr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>
                          <a:effectLst/>
                        </a:rPr>
                        <a:t>10000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fontAlgn="ctr"/>
                      <a:r>
                        <a:rPr lang="en-IN" b="1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>
                          <a:effectLst/>
                        </a:rPr>
                        <a:t>17500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66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5369" y="187325"/>
            <a:ext cx="3932237" cy="16002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 Growth Trend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5" b="3305"/>
          <a:stretch>
            <a:fillRect/>
          </a:stretch>
        </p:blipFill>
        <p:spPr>
          <a:xfrm>
            <a:off x="5219764" y="987425"/>
            <a:ext cx="6172200" cy="483692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Revenue peaked in </a:t>
            </a:r>
            <a:r>
              <a:rPr lang="en-US" sz="2000" dirty="0" smtClean="0"/>
              <a:t>2024-01 </a:t>
            </a:r>
            <a:r>
              <a:rPr lang="en-US" sz="2000" dirty="0"/>
              <a:t>month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This may indicate seasonal or promotional impact.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1281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Hypothesis Testing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H0: No significant difference in spending between Male and Female customers.</a:t>
            </a:r>
            <a:br>
              <a:rPr lang="en-US" sz="2400" dirty="0"/>
            </a:br>
            <a:r>
              <a:rPr lang="en-US" sz="2400" dirty="0"/>
              <a:t>H1: Significant difference exists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IN" sz="2400" dirty="0"/>
              <a:t>P-value = </a:t>
            </a:r>
            <a:r>
              <a:rPr lang="en-IN" sz="2400" dirty="0" smtClean="0"/>
              <a:t>0.4043200610806625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38033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998" y="896302"/>
            <a:ext cx="6665002" cy="4717923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4028" y="1280160"/>
            <a:ext cx="4709160" cy="3950208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• Focus marketing on top-performing city</a:t>
            </a:r>
            <a:br>
              <a:rPr lang="en-US" sz="2800" dirty="0"/>
            </a:br>
            <a:r>
              <a:rPr lang="en-US" sz="2800" dirty="0"/>
              <a:t>• Target high-spending age group</a:t>
            </a:r>
            <a:br>
              <a:rPr lang="en-US" sz="2800" dirty="0"/>
            </a:br>
            <a:r>
              <a:rPr lang="en-US" sz="2800" dirty="0"/>
              <a:t>• Improve engagement in low-revenue areas</a:t>
            </a:r>
            <a:br>
              <a:rPr lang="en-US" sz="2800" dirty="0"/>
            </a:br>
            <a:r>
              <a:rPr lang="en-US" sz="2800" dirty="0"/>
              <a:t>• Use seasonal campaigns to boost peak </a:t>
            </a:r>
            <a:r>
              <a:rPr lang="en-US" sz="2800" dirty="0" smtClean="0"/>
              <a:t>months</a:t>
            </a:r>
          </a:p>
          <a:p>
            <a:r>
              <a:rPr lang="en-IN" sz="4300" b="1" dirty="0"/>
              <a:t>Thank You</a:t>
            </a:r>
            <a:endParaRPr lang="en-US" sz="4300" b="1" dirty="0" smtClean="0"/>
          </a:p>
          <a:p>
            <a:r>
              <a:rPr lang="en-IN" sz="2800" dirty="0"/>
              <a:t>Questions &amp; Feedback Welcome</a:t>
            </a:r>
            <a:endParaRPr lang="en-US" sz="28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74028" y="507294"/>
            <a:ext cx="4953985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Final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045674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93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Sales Performance Analysis &amp; Business Insights</vt:lpstr>
      <vt:lpstr>Name: Eklavya Kosre</vt:lpstr>
      <vt:lpstr>Project Objective</vt:lpstr>
      <vt:lpstr>Business KPIs</vt:lpstr>
      <vt:lpstr>City-wise Revenue Analysis</vt:lpstr>
      <vt:lpstr>Gender-Based Revenue Analysis</vt:lpstr>
      <vt:lpstr>Revenue Growth Trend</vt:lpstr>
      <vt:lpstr>Hypothesis Testing</vt:lpstr>
      <vt:lpstr>Final Business Recommendations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Analysis &amp; Business Insights</dc:title>
  <dc:creator>Dell</dc:creator>
  <cp:lastModifiedBy>Dell</cp:lastModifiedBy>
  <cp:revision>7</cp:revision>
  <dcterms:created xsi:type="dcterms:W3CDTF">2026-02-25T14:05:03Z</dcterms:created>
  <dcterms:modified xsi:type="dcterms:W3CDTF">2026-02-27T10:50:53Z</dcterms:modified>
</cp:coreProperties>
</file>